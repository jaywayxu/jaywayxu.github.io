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1" d="100"/>
          <a:sy n="101" d="100"/>
        </p:scale>
        <p:origin x="876"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A93C8B-4180-4C34-A729-728E8A317EA6}" type="datetimeFigureOut">
              <a:rPr lang="zh-CN" altLang="en-US" smtClean="0"/>
              <a:t>2026/4/23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7474F7-92D5-4AB8-B122-E7B115ABB159}" type="slidenum">
              <a:rPr lang="zh-CN" altLang="en-US" smtClean="0"/>
              <a:t>‹#›</a:t>
            </a:fld>
            <a:endParaRPr lang="zh-CN" altLang="en-US"/>
          </a:p>
        </p:txBody>
      </p:sp>
    </p:spTree>
    <p:extLst>
      <p:ext uri="{BB962C8B-B14F-4D97-AF65-F5344CB8AC3E}">
        <p14:creationId xmlns:p14="http://schemas.microsoft.com/office/powerpoint/2010/main" val="2284848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37474F7-92D5-4AB8-B122-E7B115ABB159}" type="slidenum">
              <a:rPr lang="zh-CN" altLang="en-US" smtClean="0"/>
              <a:t>1</a:t>
            </a:fld>
            <a:endParaRPr lang="zh-CN" altLang="en-US"/>
          </a:p>
        </p:txBody>
      </p:sp>
    </p:spTree>
    <p:extLst>
      <p:ext uri="{BB962C8B-B14F-4D97-AF65-F5344CB8AC3E}">
        <p14:creationId xmlns:p14="http://schemas.microsoft.com/office/powerpoint/2010/main" val="2152711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F9042B-3F4D-2ADC-B3A0-5C1A39E6C08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317DD6D-B76C-C216-B8A0-1CF76F4496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857C2D8-85A4-EC4F-2D82-5A8C5BE353D0}"/>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5" name="页脚占位符 4">
            <a:extLst>
              <a:ext uri="{FF2B5EF4-FFF2-40B4-BE49-F238E27FC236}">
                <a16:creationId xmlns:a16="http://schemas.microsoft.com/office/drawing/2014/main" id="{EC4CCD79-8F71-1123-6E42-7EE251A8DD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2BDA6B7-3D52-C7D8-282D-54166B54028D}"/>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2702528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1B7343-ACA3-E715-C857-61DDD9B4A81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72A40BC-2A96-E57B-AF71-511A7FB69F3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02037B-F0B2-5B4A-21AB-25E5F0053F92}"/>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5" name="页脚占位符 4">
            <a:extLst>
              <a:ext uri="{FF2B5EF4-FFF2-40B4-BE49-F238E27FC236}">
                <a16:creationId xmlns:a16="http://schemas.microsoft.com/office/drawing/2014/main" id="{A9AB5F8E-4BAA-4815-3559-92F4FADF57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800D0CD-6231-7041-D441-49CC8761F3BE}"/>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3891679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74D24-EB93-A6F1-6B40-700C20654D2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A43E186-9237-E712-91AA-E91FB1527D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F66B3AD-1ECA-651B-C892-C8E367867653}"/>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5" name="页脚占位符 4">
            <a:extLst>
              <a:ext uri="{FF2B5EF4-FFF2-40B4-BE49-F238E27FC236}">
                <a16:creationId xmlns:a16="http://schemas.microsoft.com/office/drawing/2014/main" id="{B1D15980-D69D-7DC8-1475-AF2D033753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5156941-3247-61C6-89EC-7FCFEBDB2E97}"/>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2783525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C5F622-3DD1-A343-71D9-63DB7EF1AF5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9305F50-2498-6D23-A567-2A4DD1463D1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5ADE6EE-4258-0C2F-778E-5D576B6225A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C00BAF2-171E-306F-6967-E1888B48903F}"/>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6" name="页脚占位符 5">
            <a:extLst>
              <a:ext uri="{FF2B5EF4-FFF2-40B4-BE49-F238E27FC236}">
                <a16:creationId xmlns:a16="http://schemas.microsoft.com/office/drawing/2014/main" id="{EE9C84D0-F61D-6615-C880-E760488627E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5DE4EAF-6A66-A325-FC7B-466686A79F3E}"/>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127453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681791-E715-B509-0A05-9EDE193E671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7007491-7D4C-6E92-3034-0D315F07FD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CD0663B-E6F9-530D-2A7D-9D9D89443A1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283AB6C-E846-395C-16A8-F6E09C74BE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0BF42D2-FE25-2AFA-2F7B-FC2320218D9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B1E798D-A734-2871-67EC-F1CEF8A21012}"/>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8" name="页脚占位符 7">
            <a:extLst>
              <a:ext uri="{FF2B5EF4-FFF2-40B4-BE49-F238E27FC236}">
                <a16:creationId xmlns:a16="http://schemas.microsoft.com/office/drawing/2014/main" id="{D71772A3-0811-0C34-5D83-0800AC574C1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717347C-24A3-146B-1282-FB489F30129D}"/>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19667580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856AC-7B7D-8CBD-5AF9-B85C86FA9E9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7D93ACF-AB9D-AD34-A0F2-F402F096F5A2}"/>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4" name="页脚占位符 3">
            <a:extLst>
              <a:ext uri="{FF2B5EF4-FFF2-40B4-BE49-F238E27FC236}">
                <a16:creationId xmlns:a16="http://schemas.microsoft.com/office/drawing/2014/main" id="{38CCBED9-1826-6A58-33FD-FE2DB2CB43A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FD63CB5-54CF-842E-E0EB-AE4C26D2AD72}"/>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2196855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DF37AF8-4AF7-01BB-AB12-D8AE52A1CFD8}"/>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3" name="页脚占位符 2">
            <a:extLst>
              <a:ext uri="{FF2B5EF4-FFF2-40B4-BE49-F238E27FC236}">
                <a16:creationId xmlns:a16="http://schemas.microsoft.com/office/drawing/2014/main" id="{8132F959-5FD4-DE47-32A9-F7C84BB1A10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26CE52A-1346-C699-7B74-4997E3EB4D69}"/>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4105552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0C9A95-AD47-479B-29EC-E2347CFF062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CDFE0D4-89F0-CEBC-B156-2A3336A64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906A516-92B8-93A2-3242-D92B33F74E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7557F9A-5661-BE4A-C078-498DCC4DBDF8}"/>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6" name="页脚占位符 5">
            <a:extLst>
              <a:ext uri="{FF2B5EF4-FFF2-40B4-BE49-F238E27FC236}">
                <a16:creationId xmlns:a16="http://schemas.microsoft.com/office/drawing/2014/main" id="{E9771A8F-0FB4-062A-C468-E804035D51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3E4E7D-2125-769B-8388-A4B50247EF2F}"/>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435957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FAB2BE-CAAA-01CA-988E-CF2E63A58CB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2F76780-38F1-8054-90EE-DFAC9FB761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4DF4009-A452-7B8B-E72B-20CA12B8E6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E77A944-AFBF-4085-C631-F001D0E0F2BD}"/>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6" name="页脚占位符 5">
            <a:extLst>
              <a:ext uri="{FF2B5EF4-FFF2-40B4-BE49-F238E27FC236}">
                <a16:creationId xmlns:a16="http://schemas.microsoft.com/office/drawing/2014/main" id="{3D2B6E72-A454-7A3E-7F99-8311AD0319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CE9FF3-039E-C6FF-E82C-2D28DD7EA5BA}"/>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3170467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0CA213-D4A8-A058-C79B-81D64F6C1B0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78B544F-2F8C-289D-E4C6-7CE001785EB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67F590A-96B0-F796-A661-EB571C0BB0B8}"/>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5" name="页脚占位符 4">
            <a:extLst>
              <a:ext uri="{FF2B5EF4-FFF2-40B4-BE49-F238E27FC236}">
                <a16:creationId xmlns:a16="http://schemas.microsoft.com/office/drawing/2014/main" id="{B1013213-1E62-C6F7-D77A-E2F97FC214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8514E18-B096-2BA9-1829-44F1F503165F}"/>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1513703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56636B6-8552-9620-3D95-23849434018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221754A-BB1B-67F9-2C00-0143FB500F1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2D8042B-431C-2B9E-24FE-0A61D4608441}"/>
              </a:ext>
            </a:extLst>
          </p:cNvPr>
          <p:cNvSpPr>
            <a:spLocks noGrp="1"/>
          </p:cNvSpPr>
          <p:nvPr>
            <p:ph type="dt" sz="half" idx="10"/>
          </p:nvPr>
        </p:nvSpPr>
        <p:spPr/>
        <p:txBody>
          <a:bodyPr/>
          <a:lstStyle/>
          <a:p>
            <a:fld id="{91065FB5-8C5A-49D9-8ED5-AAFD5D40CD74}" type="datetimeFigureOut">
              <a:rPr lang="zh-CN" altLang="en-US" smtClean="0"/>
              <a:t>2026/4/23</a:t>
            </a:fld>
            <a:endParaRPr lang="zh-CN" altLang="en-US"/>
          </a:p>
        </p:txBody>
      </p:sp>
      <p:sp>
        <p:nvSpPr>
          <p:cNvPr id="5" name="页脚占位符 4">
            <a:extLst>
              <a:ext uri="{FF2B5EF4-FFF2-40B4-BE49-F238E27FC236}">
                <a16:creationId xmlns:a16="http://schemas.microsoft.com/office/drawing/2014/main" id="{74174560-CF52-1597-94B9-8F83D73CDA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AB98E76-0C4A-4F30-1E88-0FA2CE88929C}"/>
              </a:ext>
            </a:extLst>
          </p:cNvPr>
          <p:cNvSpPr>
            <a:spLocks noGrp="1"/>
          </p:cNvSpPr>
          <p:nvPr>
            <p:ph type="sldNum" sz="quarter" idx="12"/>
          </p:nvPr>
        </p:nvSpPr>
        <p:spPr/>
        <p:txBody>
          <a:body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1184751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3359ECD-D0BC-E6B7-DE39-BA60AF5C27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C455FCF-A4C9-030E-3936-4FDC19CACD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F39DEB-E16D-7156-CEBD-FD7D9FCE6D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065FB5-8C5A-49D9-8ED5-AAFD5D40CD74}" type="datetimeFigureOut">
              <a:rPr lang="zh-CN" altLang="en-US" smtClean="0"/>
              <a:t>2026/4/23</a:t>
            </a:fld>
            <a:endParaRPr lang="zh-CN" altLang="en-US"/>
          </a:p>
        </p:txBody>
      </p:sp>
      <p:sp>
        <p:nvSpPr>
          <p:cNvPr id="5" name="页脚占位符 4">
            <a:extLst>
              <a:ext uri="{FF2B5EF4-FFF2-40B4-BE49-F238E27FC236}">
                <a16:creationId xmlns:a16="http://schemas.microsoft.com/office/drawing/2014/main" id="{61FE7F44-1925-6C90-96CD-97907FB542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31B4DDB-E76B-A917-4B80-77D388E1F0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A9A51E-AB9F-41C4-BF40-A5385975CD02}" type="slidenum">
              <a:rPr lang="zh-CN" altLang="en-US" smtClean="0"/>
              <a:t>‹#›</a:t>
            </a:fld>
            <a:endParaRPr lang="zh-CN" altLang="en-US"/>
          </a:p>
        </p:txBody>
      </p:sp>
    </p:spTree>
    <p:extLst>
      <p:ext uri="{BB962C8B-B14F-4D97-AF65-F5344CB8AC3E}">
        <p14:creationId xmlns:p14="http://schemas.microsoft.com/office/powerpoint/2010/main" val="2426444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57DD9A51-4AD0-E547-66B8-6CED66FA496F}"/>
              </a:ext>
            </a:extLst>
          </p:cNvPr>
          <p:cNvSpPr/>
          <p:nvPr/>
        </p:nvSpPr>
        <p:spPr>
          <a:xfrm>
            <a:off x="361950" y="152399"/>
            <a:ext cx="3429000" cy="4457701"/>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99A0F0B8-FB2B-EF75-597A-0DDE257DAC9D}"/>
              </a:ext>
            </a:extLst>
          </p:cNvPr>
          <p:cNvSpPr txBox="1"/>
          <p:nvPr/>
        </p:nvSpPr>
        <p:spPr>
          <a:xfrm>
            <a:off x="4010025" y="314324"/>
            <a:ext cx="7820025" cy="6001643"/>
          </a:xfrm>
          <a:prstGeom prst="rect">
            <a:avLst/>
          </a:prstGeom>
          <a:noFill/>
        </p:spPr>
        <p:txBody>
          <a:bodyPr wrap="square" rtlCol="0">
            <a:spAutoFit/>
          </a:bodyPr>
          <a:lstStyle/>
          <a:p>
            <a:r>
              <a:rPr lang="zh-CN" altLang="en-US" sz="2400" b="1" dirty="0"/>
              <a:t>基本信息</a:t>
            </a:r>
            <a:endParaRPr lang="en-US" altLang="zh-CN" sz="2400" b="1" dirty="0"/>
          </a:p>
          <a:p>
            <a:r>
              <a:rPr lang="en-US" altLang="zh-CN" dirty="0"/>
              <a:t>       </a:t>
            </a:r>
            <a:r>
              <a:rPr lang="zh-CN" altLang="zh-CN" dirty="0"/>
              <a:t>毕业于中国地质大学（武汉）计算机学院，获得地学信息工程工学博士学位，现任职于武汉科技大学计算机科学与技术学院。在</a:t>
            </a:r>
            <a:r>
              <a:rPr lang="en-US" altLang="zh-CN" dirty="0"/>
              <a:t>2024</a:t>
            </a:r>
            <a:r>
              <a:rPr lang="zh-CN" altLang="zh-CN" dirty="0"/>
              <a:t>年</a:t>
            </a:r>
            <a:r>
              <a:rPr lang="en-US" altLang="zh-CN" dirty="0"/>
              <a:t>1</a:t>
            </a:r>
            <a:r>
              <a:rPr lang="zh-CN" altLang="zh-CN" dirty="0"/>
              <a:t>月到</a:t>
            </a:r>
            <a:r>
              <a:rPr lang="en-US" altLang="zh-CN" dirty="0"/>
              <a:t>2025</a:t>
            </a:r>
            <a:r>
              <a:rPr lang="zh-CN" altLang="zh-CN" dirty="0"/>
              <a:t>年</a:t>
            </a:r>
            <a:r>
              <a:rPr lang="en-US" altLang="zh-CN" dirty="0"/>
              <a:t>7</a:t>
            </a:r>
            <a:r>
              <a:rPr lang="zh-CN" altLang="zh-CN" dirty="0"/>
              <a:t>月荣获国家留学基金委奖学金在</a:t>
            </a:r>
            <a:r>
              <a:rPr lang="en-US" altLang="zh-CN" dirty="0"/>
              <a:t>De Montfort University</a:t>
            </a:r>
            <a:r>
              <a:rPr lang="zh-CN" altLang="zh-CN" dirty="0"/>
              <a:t>杨圣祥教授课题组进行联合培养。近年来一直致力于人工智能以及智能计算领域及其应用的研究。在</a:t>
            </a:r>
            <a:r>
              <a:rPr lang="en-US" altLang="zh-CN" dirty="0"/>
              <a:t>IEEE Transactions on Evolutionary Computation</a:t>
            </a:r>
            <a:r>
              <a:rPr lang="zh-CN" altLang="zh-CN" dirty="0"/>
              <a:t>、</a:t>
            </a:r>
            <a:r>
              <a:rPr lang="en-US" altLang="zh-CN" dirty="0"/>
              <a:t>Swarm and Evolutionary Computation</a:t>
            </a:r>
            <a:r>
              <a:rPr lang="zh-CN" altLang="zh-CN" dirty="0"/>
              <a:t>、</a:t>
            </a:r>
            <a:r>
              <a:rPr lang="en-US" altLang="zh-CN" dirty="0"/>
              <a:t>Expert Systems with Applications</a:t>
            </a:r>
            <a:r>
              <a:rPr lang="zh-CN" altLang="zh-CN" dirty="0"/>
              <a:t>以及</a:t>
            </a:r>
            <a:r>
              <a:rPr lang="en-US" altLang="zh-CN" dirty="0"/>
              <a:t>Applied Soft Computing</a:t>
            </a:r>
            <a:r>
              <a:rPr lang="zh-CN" altLang="zh-CN" dirty="0"/>
              <a:t>等期刊发表论文。</a:t>
            </a:r>
            <a:endParaRPr lang="en-US" altLang="zh-CN" dirty="0"/>
          </a:p>
          <a:p>
            <a:endParaRPr lang="en-US" altLang="zh-CN" dirty="0"/>
          </a:p>
          <a:p>
            <a:r>
              <a:rPr lang="en-US" altLang="zh-CN" dirty="0"/>
              <a:t>Bao Qian graduated from the School of Computer Science at China University of Geosciences (Wuhan) with a Doctor of Engineering degree in Geoscience Information Engineering. She is currently employed at the School of Computer Science and Technology, Wuhan University of Science and Technology. From January 2024 to July 2025, I was awarded a scholarship by the China Scholarship Council and conducted joint training in the research group of Professor Yang Shengxiang at De Montfort University. In recent years, I have been committed to the research in the fields of artificial intelligence and intelligent computing and their applications. In IEEE Transactions on Evolutionary Computation, Swarm and Evolutionary Computation, Expert Systems with Published papers in journals such as Applications and Applied Soft Computing.</a:t>
            </a:r>
            <a:endParaRPr lang="zh-CN" altLang="zh-CN" dirty="0"/>
          </a:p>
        </p:txBody>
      </p:sp>
      <p:sp>
        <p:nvSpPr>
          <p:cNvPr id="10" name="矩形: 圆角 9">
            <a:extLst>
              <a:ext uri="{FF2B5EF4-FFF2-40B4-BE49-F238E27FC236}">
                <a16:creationId xmlns:a16="http://schemas.microsoft.com/office/drawing/2014/main" id="{3483D682-594E-3C1A-E706-BBBB58FA9447}"/>
              </a:ext>
            </a:extLst>
          </p:cNvPr>
          <p:cNvSpPr/>
          <p:nvPr/>
        </p:nvSpPr>
        <p:spPr>
          <a:xfrm>
            <a:off x="361950" y="4762500"/>
            <a:ext cx="3590925" cy="18002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包芊</a:t>
            </a:r>
            <a:endParaRPr lang="en-US" altLang="zh-CN" b="1" dirty="0"/>
          </a:p>
          <a:p>
            <a:r>
              <a:rPr lang="zh-CN" altLang="en-US" dirty="0"/>
              <a:t>职称：讲师</a:t>
            </a:r>
            <a:endParaRPr lang="en-US" altLang="zh-CN" dirty="0"/>
          </a:p>
          <a:p>
            <a:r>
              <a:rPr lang="zh-CN" altLang="en-US" dirty="0"/>
              <a:t>研究方向：人工智能，智能计算，多目标优化等</a:t>
            </a:r>
            <a:endParaRPr lang="en-US" altLang="zh-CN" dirty="0"/>
          </a:p>
          <a:p>
            <a:r>
              <a:rPr lang="zh-CN" altLang="en-US" dirty="0"/>
              <a:t>电子邮箱</a:t>
            </a:r>
            <a:r>
              <a:rPr lang="en-US" altLang="zh-CN" dirty="0"/>
              <a:t>:qianbao@wust.edu.cn</a:t>
            </a:r>
            <a:endParaRPr lang="zh-CN" altLang="en-US" dirty="0"/>
          </a:p>
        </p:txBody>
      </p:sp>
    </p:spTree>
    <p:extLst>
      <p:ext uri="{BB962C8B-B14F-4D97-AF65-F5344CB8AC3E}">
        <p14:creationId xmlns:p14="http://schemas.microsoft.com/office/powerpoint/2010/main" val="41753386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255</Words>
  <Application>Microsoft Office PowerPoint</Application>
  <PresentationFormat>宽屏</PresentationFormat>
  <Paragraphs>9</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包 包</dc:creator>
  <cp:lastModifiedBy>包 包</cp:lastModifiedBy>
  <cp:revision>21</cp:revision>
  <dcterms:created xsi:type="dcterms:W3CDTF">2026-04-23T12:07:42Z</dcterms:created>
  <dcterms:modified xsi:type="dcterms:W3CDTF">2026-04-23T12:13:48Z</dcterms:modified>
</cp:coreProperties>
</file>